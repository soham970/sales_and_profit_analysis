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Alexandria Medium" panose="020B0604020202020204" charset="-78"/>
      <p:regular r:id="rId10"/>
    </p:embeddedFont>
    <p:embeddedFont>
      <p:font typeface="Manrope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977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6F7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130549"/>
            <a:ext cx="43346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Sales &amp; Profit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78613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Using Microsoft Excel — Pivot Tables, Charts &amp; Interactive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746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 Overview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55480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1918022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 sales and profit performance to identify trends in: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2272382"/>
            <a:ext cx="517758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&amp; profits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behavior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Category performance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474988" y="319370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Tools Used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474988" y="3556918"/>
            <a:ext cx="517758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Pivot Tables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Pivot Charts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Dashboard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E4F0D5-F9AC-0B82-C525-1F7B8D5D4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3083" y="4116418"/>
            <a:ext cx="1876687" cy="9621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718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53691"/>
            <a:ext cx="4004965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2640" y="17002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Sales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00672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figures per transaction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553691"/>
            <a:ext cx="4005039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89363" y="17002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Profit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2006724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Profit margins by order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521818"/>
            <a:ext cx="4004965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2640" y="26683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Category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2974851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categories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521818"/>
            <a:ext cx="4005039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89363" y="26683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2974851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Geographic location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489945"/>
            <a:ext cx="4004965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2640" y="36364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Customer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2640" y="3942978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names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489945"/>
            <a:ext cx="4005039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89363" y="36364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Order Date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89363" y="3942978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 &amp; Month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435E5F6-8E81-2026-38BA-6950DE84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816" y="4747129"/>
            <a:ext cx="1876687" cy="3662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28910"/>
            <a:ext cx="4705052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Cleaning &amp; Preparation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19" y="904503"/>
            <a:ext cx="8253487" cy="36203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46502" y="3137027"/>
            <a:ext cx="1247392" cy="67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Handle Missing Values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946502" y="3870597"/>
            <a:ext cx="1247392" cy="32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Fill or remove blanks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909170" y="3360374"/>
            <a:ext cx="1247392" cy="44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Apply Filters &amp; Sorting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09170" y="3870597"/>
            <a:ext cx="1247392" cy="32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Organize data for analysis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8845" y="1229894"/>
            <a:ext cx="1247392" cy="44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Remove Duplicates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8845" y="1740117"/>
            <a:ext cx="1247392" cy="32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Eliminate repeated rows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55630" y="1229894"/>
            <a:ext cx="1247392" cy="44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Format Columns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55630" y="1740117"/>
            <a:ext cx="1247392" cy="32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 types and formats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5219" y="4638377"/>
            <a:ext cx="869878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Excel tools used to ensure clean, consistent, and structured data before analysis.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0D136B-D2F0-CCA2-5EB0-BEED16169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218" y="4763563"/>
            <a:ext cx="1876687" cy="3293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6F7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817587"/>
            <a:ext cx="40642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Pivot Table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473175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this sales and profit analysis project, the pivot table reorganized raw sales records into a structured summary by category, state, customer, and order date. It made the dataset easier to compare and turned scattered transaction data into clear business insights.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2539901"/>
            <a:ext cx="472276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Grouped the raw sales data by category, state, customer, and order date for analysis.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Calculated total sales of ₹19,28,888 and total profit of ₹2,47,961.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Highlighted Technology and Furniture as the top-performing categories.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Revealed regional sales variations across different states.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Identified the top customers contributing the most to sales.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926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16609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₹19,28,888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25615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Total Sales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916609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₹2,47,961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768206" y="25615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Total Profit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942481"/>
            <a:ext cx="2641774" cy="10817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4077" y="31032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Categories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4077" y="3409801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Technology &amp; Furniture drove strong sales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1551" y="2942481"/>
            <a:ext cx="2641774" cy="108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8560" y="31032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Regional Variation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78560" y="3409801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Some states contributed more revenue than others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6033" y="2942481"/>
            <a:ext cx="2641774" cy="108175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43042" y="31032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Customers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43042" y="3409801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Generated higher profits for the business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9B1DBA-6BB9-CA36-0F69-A20075741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988" y="4784886"/>
            <a:ext cx="1876687" cy="3140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282401"/>
            <a:ext cx="6572250" cy="33836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3762003"/>
            <a:ext cx="433722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Dashboard &amp; Recommendations</a:t>
            </a:r>
            <a:endParaRPr lang="en-US" sz="1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1594" y="4158630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95438" y="4155653"/>
            <a:ext cx="220756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Focus on high-performing categories</a:t>
            </a:r>
            <a:endParaRPr lang="en-US" sz="9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7679" y="4158630"/>
            <a:ext cx="142875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921523" y="4155653"/>
            <a:ext cx="235081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Improve marketing in low-sales regions</a:t>
            </a:r>
            <a:endParaRPr lang="en-US" sz="9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1594" y="4575349"/>
            <a:ext cx="142875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595438" y="4572372"/>
            <a:ext cx="229351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Offer loyalty benefits to top customers</a:t>
            </a:r>
            <a:endParaRPr lang="en-US" sz="9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7679" y="4575349"/>
            <a:ext cx="142875" cy="14287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921523" y="4572372"/>
            <a:ext cx="19494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Use seasonal trends for planning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08A7-9560-A0D1-7FA6-42F86FF63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313" y="4646786"/>
            <a:ext cx="1876687" cy="4151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288</Words>
  <Application>Microsoft Office PowerPoint</Application>
  <PresentationFormat>On-screen Show (16:9)</PresentationFormat>
  <Paragraphs>65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Alexandria Medium</vt:lpstr>
      <vt:lpstr>Arial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Soham Marathe</cp:lastModifiedBy>
  <cp:revision>2</cp:revision>
  <dcterms:created xsi:type="dcterms:W3CDTF">2026-06-01T05:32:36Z</dcterms:created>
  <dcterms:modified xsi:type="dcterms:W3CDTF">2026-06-01T05:34:42Z</dcterms:modified>
</cp:coreProperties>
</file>